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693AD5-FF62-4B2D-8D97-9B859A684DFB}" v="12" dt="2025-12-29T17:18:56.9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123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Arif Azad" userId="d34ffec94541abde" providerId="LiveId" clId="{FAFBD675-1E04-49A5-9787-E54236CA753C}"/>
    <pc:docChg chg="undo custSel addSld delSld modSld sldOrd">
      <pc:chgData name="Muhammad Arif Azad" userId="d34ffec94541abde" providerId="LiveId" clId="{FAFBD675-1E04-49A5-9787-E54236CA753C}" dt="2025-12-29T17:31:11.784" v="234" actId="113"/>
      <pc:docMkLst>
        <pc:docMk/>
      </pc:docMkLst>
      <pc:sldChg chg="addSp delSp modSp new mod">
        <pc:chgData name="Muhammad Arif Azad" userId="d34ffec94541abde" providerId="LiveId" clId="{FAFBD675-1E04-49A5-9787-E54236CA753C}" dt="2025-12-29T17:28:28.826" v="209" actId="12"/>
        <pc:sldMkLst>
          <pc:docMk/>
          <pc:sldMk cId="2258763689" sldId="256"/>
        </pc:sldMkLst>
        <pc:spChg chg="del">
          <ac:chgData name="Muhammad Arif Azad" userId="d34ffec94541abde" providerId="LiveId" clId="{FAFBD675-1E04-49A5-9787-E54236CA753C}" dt="2025-12-29T17:15:07.666" v="3" actId="478"/>
          <ac:spMkLst>
            <pc:docMk/>
            <pc:sldMk cId="2258763689" sldId="256"/>
            <ac:spMk id="2" creationId="{BC791140-8053-93CD-3D42-D0FC1F921D55}"/>
          </ac:spMkLst>
        </pc:spChg>
        <pc:spChg chg="del">
          <ac:chgData name="Muhammad Arif Azad" userId="d34ffec94541abde" providerId="LiveId" clId="{FAFBD675-1E04-49A5-9787-E54236CA753C}" dt="2025-12-29T17:15:09.162" v="4" actId="478"/>
          <ac:spMkLst>
            <pc:docMk/>
            <pc:sldMk cId="2258763689" sldId="256"/>
            <ac:spMk id="3" creationId="{E235EB92-FD34-17B9-F6A8-A9CE5CAF3950}"/>
          </ac:spMkLst>
        </pc:spChg>
        <pc:spChg chg="add del">
          <ac:chgData name="Muhammad Arif Azad" userId="d34ffec94541abde" providerId="LiveId" clId="{FAFBD675-1E04-49A5-9787-E54236CA753C}" dt="2025-12-29T17:15:03.878" v="2" actId="22"/>
          <ac:spMkLst>
            <pc:docMk/>
            <pc:sldMk cId="2258763689" sldId="256"/>
            <ac:spMk id="5" creationId="{2DAB3A3A-48A8-CE11-9690-13FE6D42BCC0}"/>
          </ac:spMkLst>
        </pc:spChg>
        <pc:spChg chg="add del mod">
          <ac:chgData name="Muhammad Arif Azad" userId="d34ffec94541abde" providerId="LiveId" clId="{FAFBD675-1E04-49A5-9787-E54236CA753C}" dt="2025-12-29T17:15:41.428" v="9" actId="478"/>
          <ac:spMkLst>
            <pc:docMk/>
            <pc:sldMk cId="2258763689" sldId="256"/>
            <ac:spMk id="7" creationId="{FDA4A1A4-D193-EC36-9275-F52F7FBCFB9D}"/>
          </ac:spMkLst>
        </pc:spChg>
        <pc:spChg chg="add mod">
          <ac:chgData name="Muhammad Arif Azad" userId="d34ffec94541abde" providerId="LiveId" clId="{FAFBD675-1E04-49A5-9787-E54236CA753C}" dt="2025-12-29T17:28:28.826" v="209" actId="12"/>
          <ac:spMkLst>
            <pc:docMk/>
            <pc:sldMk cId="2258763689" sldId="256"/>
            <ac:spMk id="9" creationId="{9B1629CA-FD81-A9FD-1187-4617C8734D9A}"/>
          </ac:spMkLst>
        </pc:spChg>
      </pc:sldChg>
      <pc:sldChg chg="addSp delSp modSp add mod">
        <pc:chgData name="Muhammad Arif Azad" userId="d34ffec94541abde" providerId="LiveId" clId="{FAFBD675-1E04-49A5-9787-E54236CA753C}" dt="2025-12-29T17:28:35.155" v="211" actId="12"/>
        <pc:sldMkLst>
          <pc:docMk/>
          <pc:sldMk cId="3215263932" sldId="257"/>
        </pc:sldMkLst>
        <pc:spChg chg="add mod">
          <ac:chgData name="Muhammad Arif Azad" userId="d34ffec94541abde" providerId="LiveId" clId="{FAFBD675-1E04-49A5-9787-E54236CA753C}" dt="2025-12-29T17:28:35.155" v="211" actId="12"/>
          <ac:spMkLst>
            <pc:docMk/>
            <pc:sldMk cId="3215263932" sldId="257"/>
            <ac:spMk id="3" creationId="{EB0362D0-B864-0C61-2FEA-506309EDC775}"/>
          </ac:spMkLst>
        </pc:spChg>
        <pc:spChg chg="del">
          <ac:chgData name="Muhammad Arif Azad" userId="d34ffec94541abde" providerId="LiveId" clId="{FAFBD675-1E04-49A5-9787-E54236CA753C}" dt="2025-12-29T17:16:05.164" v="13" actId="478"/>
          <ac:spMkLst>
            <pc:docMk/>
            <pc:sldMk cId="3215263932" sldId="257"/>
            <ac:spMk id="9" creationId="{D5199597-DA66-FEF3-E8AA-101D526E16F8}"/>
          </ac:spMkLst>
        </pc:spChg>
      </pc:sldChg>
      <pc:sldChg chg="addSp modSp add mod">
        <pc:chgData name="Muhammad Arif Azad" userId="d34ffec94541abde" providerId="LiveId" clId="{FAFBD675-1E04-49A5-9787-E54236CA753C}" dt="2025-12-29T17:28:45.708" v="213" actId="12"/>
        <pc:sldMkLst>
          <pc:docMk/>
          <pc:sldMk cId="3830446797" sldId="258"/>
        </pc:sldMkLst>
        <pc:spChg chg="add mod">
          <ac:chgData name="Muhammad Arif Azad" userId="d34ffec94541abde" providerId="LiveId" clId="{FAFBD675-1E04-49A5-9787-E54236CA753C}" dt="2025-12-29T17:28:45.708" v="213" actId="12"/>
          <ac:spMkLst>
            <pc:docMk/>
            <pc:sldMk cId="3830446797" sldId="258"/>
            <ac:spMk id="3" creationId="{E399AD6F-65C5-BAE5-94AB-B314E58EFD06}"/>
          </ac:spMkLst>
        </pc:spChg>
      </pc:sldChg>
      <pc:sldChg chg="addSp modSp add mod">
        <pc:chgData name="Muhammad Arif Azad" userId="d34ffec94541abde" providerId="LiveId" clId="{FAFBD675-1E04-49A5-9787-E54236CA753C}" dt="2025-12-29T17:31:11.784" v="234" actId="113"/>
        <pc:sldMkLst>
          <pc:docMk/>
          <pc:sldMk cId="3944788563" sldId="259"/>
        </pc:sldMkLst>
        <pc:spChg chg="add mod">
          <ac:chgData name="Muhammad Arif Azad" userId="d34ffec94541abde" providerId="LiveId" clId="{FAFBD675-1E04-49A5-9787-E54236CA753C}" dt="2025-12-29T17:31:11.784" v="234" actId="113"/>
          <ac:spMkLst>
            <pc:docMk/>
            <pc:sldMk cId="3944788563" sldId="259"/>
            <ac:spMk id="3" creationId="{B118AAEB-8663-1699-19D1-17E1B6E06732}"/>
          </ac:spMkLst>
        </pc:spChg>
      </pc:sldChg>
      <pc:sldChg chg="addSp modSp add mod">
        <pc:chgData name="Muhammad Arif Azad" userId="d34ffec94541abde" providerId="LiveId" clId="{FAFBD675-1E04-49A5-9787-E54236CA753C}" dt="2025-12-29T17:30:53.769" v="231" actId="113"/>
        <pc:sldMkLst>
          <pc:docMk/>
          <pc:sldMk cId="2054770106" sldId="260"/>
        </pc:sldMkLst>
        <pc:spChg chg="add mod">
          <ac:chgData name="Muhammad Arif Azad" userId="d34ffec94541abde" providerId="LiveId" clId="{FAFBD675-1E04-49A5-9787-E54236CA753C}" dt="2025-12-29T17:30:53.769" v="231" actId="113"/>
          <ac:spMkLst>
            <pc:docMk/>
            <pc:sldMk cId="2054770106" sldId="260"/>
            <ac:spMk id="3" creationId="{9BD3498F-1310-4E2F-C1C0-7E013234F742}"/>
          </ac:spMkLst>
        </pc:spChg>
      </pc:sldChg>
      <pc:sldChg chg="addSp modSp add mod">
        <pc:chgData name="Muhammad Arif Azad" userId="d34ffec94541abde" providerId="LiveId" clId="{FAFBD675-1E04-49A5-9787-E54236CA753C}" dt="2025-12-29T17:30:02.720" v="221" actId="1076"/>
        <pc:sldMkLst>
          <pc:docMk/>
          <pc:sldMk cId="2726787211" sldId="261"/>
        </pc:sldMkLst>
        <pc:spChg chg="add mod">
          <ac:chgData name="Muhammad Arif Azad" userId="d34ffec94541abde" providerId="LiveId" clId="{FAFBD675-1E04-49A5-9787-E54236CA753C}" dt="2025-12-29T17:30:02.720" v="221" actId="1076"/>
          <ac:spMkLst>
            <pc:docMk/>
            <pc:sldMk cId="2726787211" sldId="261"/>
            <ac:spMk id="3" creationId="{2A8F2038-595C-3D02-D9B8-0ABBB500EFE2}"/>
          </ac:spMkLst>
        </pc:spChg>
      </pc:sldChg>
      <pc:sldChg chg="addSp modSp add mod">
        <pc:chgData name="Muhammad Arif Azad" userId="d34ffec94541abde" providerId="LiveId" clId="{FAFBD675-1E04-49A5-9787-E54236CA753C}" dt="2025-12-29T17:28:13.585" v="206" actId="12"/>
        <pc:sldMkLst>
          <pc:docMk/>
          <pc:sldMk cId="258576516" sldId="262"/>
        </pc:sldMkLst>
        <pc:spChg chg="add mod">
          <ac:chgData name="Muhammad Arif Azad" userId="d34ffec94541abde" providerId="LiveId" clId="{FAFBD675-1E04-49A5-9787-E54236CA753C}" dt="2025-12-29T17:28:13.585" v="206" actId="12"/>
          <ac:spMkLst>
            <pc:docMk/>
            <pc:sldMk cId="258576516" sldId="262"/>
            <ac:spMk id="3" creationId="{1CB7AC22-4B9B-C345-E503-096A4A5BCB81}"/>
          </ac:spMkLst>
        </pc:spChg>
      </pc:sldChg>
      <pc:sldChg chg="add del">
        <pc:chgData name="Muhammad Arif Azad" userId="d34ffec94541abde" providerId="LiveId" clId="{FAFBD675-1E04-49A5-9787-E54236CA753C}" dt="2025-12-29T17:30:10.288" v="222" actId="47"/>
        <pc:sldMkLst>
          <pc:docMk/>
          <pc:sldMk cId="2928522037" sldId="263"/>
        </pc:sldMkLst>
      </pc:sldChg>
      <pc:sldChg chg="add del">
        <pc:chgData name="Muhammad Arif Azad" userId="d34ffec94541abde" providerId="LiveId" clId="{FAFBD675-1E04-49A5-9787-E54236CA753C}" dt="2025-12-29T17:30:11.747" v="223" actId="47"/>
        <pc:sldMkLst>
          <pc:docMk/>
          <pc:sldMk cId="1966765993" sldId="264"/>
        </pc:sldMkLst>
      </pc:sldChg>
      <pc:sldChg chg="add del">
        <pc:chgData name="Muhammad Arif Azad" userId="d34ffec94541abde" providerId="LiveId" clId="{FAFBD675-1E04-49A5-9787-E54236CA753C}" dt="2025-12-29T17:30:12.548" v="224" actId="47"/>
        <pc:sldMkLst>
          <pc:docMk/>
          <pc:sldMk cId="1377614092" sldId="265"/>
        </pc:sldMkLst>
      </pc:sldChg>
      <pc:sldChg chg="add del">
        <pc:chgData name="Muhammad Arif Azad" userId="d34ffec94541abde" providerId="LiveId" clId="{FAFBD675-1E04-49A5-9787-E54236CA753C}" dt="2025-12-29T17:30:13.912" v="225" actId="47"/>
        <pc:sldMkLst>
          <pc:docMk/>
          <pc:sldMk cId="690080484" sldId="266"/>
        </pc:sldMkLst>
      </pc:sldChg>
      <pc:sldChg chg="delSp modSp new mod ord">
        <pc:chgData name="Muhammad Arif Azad" userId="d34ffec94541abde" providerId="LiveId" clId="{FAFBD675-1E04-49A5-9787-E54236CA753C}" dt="2025-12-29T17:19:29.762" v="84" actId="14100"/>
        <pc:sldMkLst>
          <pc:docMk/>
          <pc:sldMk cId="1745957654" sldId="267"/>
        </pc:sldMkLst>
        <pc:spChg chg="del">
          <ac:chgData name="Muhammad Arif Azad" userId="d34ffec94541abde" providerId="LiveId" clId="{FAFBD675-1E04-49A5-9787-E54236CA753C}" dt="2025-12-29T17:18:35.106" v="41" actId="478"/>
          <ac:spMkLst>
            <pc:docMk/>
            <pc:sldMk cId="1745957654" sldId="267"/>
            <ac:spMk id="2" creationId="{C4BC8624-5929-292F-7C5B-463C15862EF8}"/>
          </ac:spMkLst>
        </pc:spChg>
        <pc:spChg chg="mod">
          <ac:chgData name="Muhammad Arif Azad" userId="d34ffec94541abde" providerId="LiveId" clId="{FAFBD675-1E04-49A5-9787-E54236CA753C}" dt="2025-12-29T17:19:29.762" v="84" actId="14100"/>
          <ac:spMkLst>
            <pc:docMk/>
            <pc:sldMk cId="1745957654" sldId="267"/>
            <ac:spMk id="3" creationId="{34D7A0BB-9A1A-F5B5-BF1A-C40AAFD6F1E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EB60F-E1C8-8A0C-FF9C-BF2836C452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361383-5B79-2A60-4E2C-FA3E2B9394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78D0C-DA68-1AE3-B919-11B5AE4C3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242BB-0C99-4D05-B21D-7A789581403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5B5F9-E8F6-11C0-D968-05B6E91DC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85A49-4099-2088-DE45-087F8A34F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A7EF1-BDD1-4AB5-80A3-9C8504901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903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F55B6-D23E-13C3-E397-3F3155B95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6D125-333A-01A3-4C0E-011726BA3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80D16-C5E7-B084-89E5-022E1C460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242BB-0C99-4D05-B21D-7A789581403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AFE0B-593A-F7BA-6833-AD910FA3F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28AF1-83FC-F74D-9D7E-7EE7F793A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A7EF1-BDD1-4AB5-80A3-9C8504901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512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2ECA0-6819-528C-1B3C-539735F3A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9D7A3C-1788-8B02-E524-462745C81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5D9A3-D19D-D535-F985-C54C03880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242BB-0C99-4D05-B21D-7A789581403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81262-1ED3-38A7-7F58-5DAA7A9BC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A5512-EFDA-405A-1B97-16792C3E8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A7EF1-BDD1-4AB5-80A3-9C8504901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702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3DA70-8B3C-D193-79F7-730282129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47178-1746-FC6E-1183-39308C78FA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748583-0C20-2D78-2FDD-E8615E16E6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D5192E-1FDA-0375-C788-00D4C77E8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242BB-0C99-4D05-B21D-7A789581403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712AA2-0014-7702-C220-F3EE8009D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4BD6FF-3A87-62E6-F299-BDC4BA877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A7EF1-BDD1-4AB5-80A3-9C8504901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534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3311C-5590-8584-B2E7-34FC82235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57587B-D68D-EAC5-6E76-B6A23210C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8CC158-23A5-58EF-E10B-07B641ECDC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02A8B1-6FB7-761B-799E-E14D9C2C8F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B60299-BE53-06F4-0DE0-934653A2F4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402CD7-F3EF-2452-A41A-2B69853C7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242BB-0C99-4D05-B21D-7A789581403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6B054B-F480-6E2C-64BD-45252D496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C1F6EB-61A8-D1FF-5DD9-5E5D3452E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A7EF1-BDD1-4AB5-80A3-9C8504901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558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A01B0-CD8E-D960-1E41-B1DD44750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BFAF40-7C49-594F-F8DD-71F5DA847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242BB-0C99-4D05-B21D-7A789581403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5BDA2C-07B1-4BE7-783C-7A51BE57E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0C1A0B-A756-6CB6-BA61-A7D34DC25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A7EF1-BDD1-4AB5-80A3-9C8504901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558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39E52B-9C1F-9B69-2D32-AD9731FC1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242BB-0C99-4D05-B21D-7A789581403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E7C703-7472-0493-2EF3-054AE1856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4D3ABD-238D-511E-2A68-156D3FA30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A7EF1-BDD1-4AB5-80A3-9C8504901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949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53002-3E2F-518D-AAA1-EAF9CC924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E724A-2D21-701E-890C-19AEECC6F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C48B35-B28B-2992-9623-0D89DC6753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D1497C-0023-24C9-46F1-7D13F992F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242BB-0C99-4D05-B21D-7A789581403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12943E-B2DA-268A-4790-956125B49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7F28C2-C560-803E-F8AD-281124CD2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A7EF1-BDD1-4AB5-80A3-9C8504901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38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A6B54-54F6-23A6-B513-6D7767E4A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E8F05A-D01F-8B44-4BF1-097C15AF5B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03A2AD-0145-9080-7871-8427375B4A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990BF-9ACF-489C-8D1F-726583423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242BB-0C99-4D05-B21D-7A789581403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2595F4-513D-E572-918A-E4ABA3191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F91437-15EE-EEDF-168D-E7107C2DE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A7EF1-BDD1-4AB5-80A3-9C8504901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017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44BDE-6E21-8CA4-E2B9-3CB0FA04D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900238-9B11-6FEF-BDE4-C72C955E4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B24BC-DE83-4C1B-3836-75F961713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242BB-0C99-4D05-B21D-7A789581403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7193D-3548-05B6-7EFA-9F82D8B28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0FE2E-8046-B859-FCBD-9C80E2B37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A7EF1-BDD1-4AB5-80A3-9C8504901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307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B4B6C7-0A59-81D3-AC00-DE2CBF2969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E9142A-60CA-E7D0-1E38-5B01477170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8B30CE-3C3E-570C-38E9-A9CE67A6C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242BB-0C99-4D05-B21D-7A789581403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6E5C2F-CF45-3D35-B5DF-428C4CA22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6C856-7E5E-A452-EA99-1D4976F78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A7EF1-BDD1-4AB5-80A3-9C8504901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420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81DC41-F840-9944-4BAC-ACF4BD7F1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006D8B-4BCB-5B8B-36F7-C33625D0BF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BF8B7-B01E-C7FC-B621-D1C6DBECD7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C242BB-0C99-4D05-B21D-7A7895814036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5FF5C-E1AF-3FE2-633D-CB8BA7FC86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E879C-4D91-D7D1-B0F0-E00FE82F64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6A7EF1-BDD1-4AB5-80A3-9C8504901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307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7A0BB-9A1A-F5B5-BF1A-C40AAFD6F1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74472"/>
            <a:ext cx="10097022" cy="65452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Course Outline -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1745957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B1629CA-FD81-A9FD-1187-4617C8734D9A}"/>
              </a:ext>
            </a:extLst>
          </p:cNvPr>
          <p:cNvSpPr txBox="1"/>
          <p:nvPr/>
        </p:nvSpPr>
        <p:spPr>
          <a:xfrm>
            <a:off x="1567543" y="891982"/>
            <a:ext cx="787708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415674"/>
                </a:solidFill>
                <a:effectLst/>
                <a:latin typeface="Nunito Sans" pitchFamily="2" charset="0"/>
              </a:rPr>
              <a:t>1. Introduction to the cloud</a:t>
            </a:r>
            <a:endParaRPr lang="en-US" b="0" i="0" dirty="0">
              <a:solidFill>
                <a:srgbClr val="415674"/>
              </a:solidFill>
              <a:effectLst/>
              <a:latin typeface="Nunito Sans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What is a cloud?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Where did the cloud come from? History, evolution, etc.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What a cloud is not: Grid, parallel computing, VM, etc.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Characteristics of cloud computing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415674"/>
              </a:solidFill>
              <a:effectLst/>
              <a:latin typeface="Nunito Sans" pitchFamily="2" charset="0"/>
            </a:endParaRPr>
          </a:p>
          <a:p>
            <a:pPr algn="l">
              <a:buNone/>
            </a:pPr>
            <a:r>
              <a:rPr lang="en-US" b="1" i="0" dirty="0">
                <a:solidFill>
                  <a:srgbClr val="415674"/>
                </a:solidFill>
                <a:effectLst/>
                <a:latin typeface="Nunito Sans" pitchFamily="2" charset="0"/>
              </a:rPr>
              <a:t>2. What makes a cloud?</a:t>
            </a:r>
            <a:endParaRPr lang="en-US" b="0" i="0" dirty="0">
              <a:solidFill>
                <a:srgbClr val="415674"/>
              </a:solidFill>
              <a:effectLst/>
              <a:latin typeface="Nunito Sans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Storage Virtualization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Application virtualization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Server virtualization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Network virtualization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415674"/>
              </a:solidFill>
              <a:effectLst/>
              <a:latin typeface="Nunito Sans" pitchFamily="2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 </a:t>
            </a:r>
            <a:r>
              <a:rPr lang="en-US" b="1" i="0" dirty="0">
                <a:solidFill>
                  <a:srgbClr val="415674"/>
                </a:solidFill>
                <a:effectLst/>
                <a:latin typeface="Nunito Sans" pitchFamily="2" charset="0"/>
              </a:rPr>
              <a:t>3. Hands-on demonstration of cloud computing</a:t>
            </a:r>
            <a:endParaRPr lang="en-US" b="0" i="0" dirty="0">
              <a:solidFill>
                <a:srgbClr val="415674"/>
              </a:solidFill>
              <a:effectLst/>
              <a:latin typeface="Nunito Sans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Creating an account on the cloud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Starting a server instance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Allocating storage and other resources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Deploying an application</a:t>
            </a:r>
          </a:p>
        </p:txBody>
      </p:sp>
    </p:spTree>
    <p:extLst>
      <p:ext uri="{BB962C8B-B14F-4D97-AF65-F5344CB8AC3E}">
        <p14:creationId xmlns:p14="http://schemas.microsoft.com/office/powerpoint/2010/main" val="2258763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D0AA3-0672-8730-3CAE-628F4C398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0362D0-B864-0C61-2FEA-506309EDC775}"/>
              </a:ext>
            </a:extLst>
          </p:cNvPr>
          <p:cNvSpPr txBox="1"/>
          <p:nvPr/>
        </p:nvSpPr>
        <p:spPr>
          <a:xfrm>
            <a:off x="1897395" y="1139138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415674"/>
                </a:solidFill>
                <a:effectLst/>
                <a:latin typeface="Nunito Sans" pitchFamily="2" charset="0"/>
              </a:rPr>
              <a:t>4. Cloud Computing Service Models</a:t>
            </a:r>
            <a:endParaRPr lang="en-US" b="0" i="0" dirty="0">
              <a:solidFill>
                <a:srgbClr val="415674"/>
              </a:solidFill>
              <a:effectLst/>
              <a:latin typeface="Nunito Sans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Infrastructure as a Service (IAAS)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Platform as a Service (PAAS)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Software as a Service (SAAS)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415674"/>
              </a:solidFill>
              <a:effectLst/>
              <a:latin typeface="Nunito Sans" pitchFamily="2" charset="0"/>
            </a:endParaRPr>
          </a:p>
          <a:p>
            <a:pPr algn="l">
              <a:buNone/>
            </a:pPr>
            <a:r>
              <a:rPr lang="en-US" b="1" i="0" dirty="0">
                <a:solidFill>
                  <a:srgbClr val="415674"/>
                </a:solidFill>
                <a:effectLst/>
                <a:latin typeface="Nunito Sans" pitchFamily="2" charset="0"/>
              </a:rPr>
              <a:t>5. Cloud Computing deployment models</a:t>
            </a:r>
            <a:endParaRPr lang="en-US" b="0" i="0" dirty="0">
              <a:solidFill>
                <a:srgbClr val="415674"/>
              </a:solidFill>
              <a:effectLst/>
              <a:latin typeface="Nunito Sans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Public Cloud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Private Cloud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Community Cloud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Hybrid Cloud</a:t>
            </a:r>
          </a:p>
        </p:txBody>
      </p:sp>
    </p:spTree>
    <p:extLst>
      <p:ext uri="{BB962C8B-B14F-4D97-AF65-F5344CB8AC3E}">
        <p14:creationId xmlns:p14="http://schemas.microsoft.com/office/powerpoint/2010/main" val="3215263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33CB6-2946-4146-5DE3-BAAB3A81E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99AD6F-65C5-BAE5-94AB-B314E58EFD06}"/>
              </a:ext>
            </a:extLst>
          </p:cNvPr>
          <p:cNvSpPr txBox="1"/>
          <p:nvPr/>
        </p:nvSpPr>
        <p:spPr>
          <a:xfrm>
            <a:off x="1729636" y="1130845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6. </a:t>
            </a:r>
            <a:r>
              <a:rPr lang="en-US" b="1" i="0" dirty="0">
                <a:solidFill>
                  <a:srgbClr val="415674"/>
                </a:solidFill>
                <a:effectLst/>
                <a:latin typeface="Nunito Sans" pitchFamily="2" charset="0"/>
              </a:rPr>
              <a:t>Advantages of cloud computing</a:t>
            </a:r>
            <a:endParaRPr lang="en-US" b="0" i="0" dirty="0">
              <a:solidFill>
                <a:srgbClr val="415674"/>
              </a:solidFill>
              <a:effectLst/>
              <a:latin typeface="Nunito Sans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Cost model change (Capex to </a:t>
            </a:r>
            <a:r>
              <a:rPr lang="en-US" b="0" i="0" dirty="0" err="1">
                <a:solidFill>
                  <a:srgbClr val="415674"/>
                </a:solidFill>
                <a:effectLst/>
                <a:latin typeface="Nunito Sans" pitchFamily="2" charset="0"/>
              </a:rPr>
              <a:t>Opex</a:t>
            </a: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 only)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Reduction in cost of ownership (TCO)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On-demand scalability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Reliability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Shorter Time to Market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Ease of Use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Reduction in operation overheads</a:t>
            </a:r>
          </a:p>
          <a:p>
            <a:pPr algn="l">
              <a:buNone/>
            </a:pPr>
            <a:endParaRPr lang="en-US" b="1" i="0" dirty="0">
              <a:solidFill>
                <a:srgbClr val="415674"/>
              </a:solidFill>
              <a:effectLst/>
              <a:latin typeface="Nunito Sans" pitchFamily="2" charset="0"/>
            </a:endParaRPr>
          </a:p>
          <a:p>
            <a:pPr algn="l">
              <a:buNone/>
            </a:pPr>
            <a:r>
              <a:rPr lang="en-US" b="1" i="0" dirty="0">
                <a:solidFill>
                  <a:srgbClr val="415674"/>
                </a:solidFill>
                <a:effectLst/>
                <a:latin typeface="Nunito Sans" pitchFamily="2" charset="0"/>
              </a:rPr>
              <a:t>7.Challenges of cloud computing</a:t>
            </a:r>
            <a:endParaRPr lang="en-US" b="0" i="0" dirty="0">
              <a:solidFill>
                <a:srgbClr val="415674"/>
              </a:solidFill>
              <a:effectLst/>
              <a:latin typeface="Nunito Sans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Security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Data privacy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Performance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Availability</a:t>
            </a:r>
          </a:p>
        </p:txBody>
      </p:sp>
    </p:spTree>
    <p:extLst>
      <p:ext uri="{BB962C8B-B14F-4D97-AF65-F5344CB8AC3E}">
        <p14:creationId xmlns:p14="http://schemas.microsoft.com/office/powerpoint/2010/main" val="3830446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448C3-BAED-2F3C-32EB-577A27AB6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18AAEB-8663-1699-19D1-17E1B6E06732}"/>
              </a:ext>
            </a:extLst>
          </p:cNvPr>
          <p:cNvSpPr txBox="1"/>
          <p:nvPr/>
        </p:nvSpPr>
        <p:spPr>
          <a:xfrm>
            <a:off x="1671629" y="1283143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415674"/>
                </a:solidFill>
                <a:effectLst/>
                <a:latin typeface="Nunito Sans" pitchFamily="2" charset="0"/>
              </a:rPr>
              <a:t>8. Cloud providers and their offerings</a:t>
            </a:r>
            <a:endParaRPr lang="en-US" b="0" i="0" dirty="0">
              <a:solidFill>
                <a:srgbClr val="415674"/>
              </a:solidFill>
              <a:effectLst/>
              <a:latin typeface="Nunito Sans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Amazon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Microsoft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Google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Salesforce.com</a:t>
            </a:r>
          </a:p>
          <a:p>
            <a:pPr algn="l"/>
            <a:endParaRPr lang="en-US" b="0" i="0" dirty="0">
              <a:solidFill>
                <a:srgbClr val="415674"/>
              </a:solidFill>
              <a:effectLst/>
              <a:latin typeface="Nunito Sans" pitchFamily="2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 </a:t>
            </a:r>
            <a:r>
              <a:rPr lang="en-US" b="1" i="0" dirty="0">
                <a:solidFill>
                  <a:srgbClr val="415674"/>
                </a:solidFill>
                <a:effectLst/>
                <a:latin typeface="Nunito Sans" pitchFamily="2" charset="0"/>
              </a:rPr>
              <a:t>8. Amazon Web Services</a:t>
            </a:r>
            <a:endParaRPr lang="en-US" b="0" i="0" dirty="0">
              <a:solidFill>
                <a:srgbClr val="415674"/>
              </a:solidFill>
              <a:effectLst/>
              <a:latin typeface="Nunito Sans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Services offered by Amazon</a:t>
            </a:r>
          </a:p>
          <a:p>
            <a:pPr lvl="1"/>
            <a:endParaRPr lang="en-US" b="0" i="0" dirty="0">
              <a:solidFill>
                <a:srgbClr val="415674"/>
              </a:solidFill>
              <a:effectLst/>
              <a:highlight>
                <a:srgbClr val="FFFF00"/>
              </a:highlight>
              <a:latin typeface="Nunito Sans" pitchFamily="2" charset="0"/>
            </a:endParaRPr>
          </a:p>
          <a:p>
            <a:pPr lvl="1"/>
            <a:r>
              <a:rPr lang="en-US" b="1" i="0" dirty="0">
                <a:solidFill>
                  <a:srgbClr val="415674"/>
                </a:solidFill>
                <a:effectLst/>
                <a:highlight>
                  <a:srgbClr val="FFFF00"/>
                </a:highlight>
                <a:latin typeface="Nunito Sans" pitchFamily="2" charset="0"/>
              </a:rPr>
              <a:t>Hands-on Amazon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highlight>
                  <a:srgbClr val="FFFF00"/>
                </a:highlight>
                <a:latin typeface="Nunito Sans" pitchFamily="2" charset="0"/>
              </a:rPr>
              <a:t>EC2 - Configuring a server, Launching an instance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highlight>
                  <a:srgbClr val="FFFF00"/>
                </a:highlight>
                <a:latin typeface="Nunito Sans" pitchFamily="2" charset="0"/>
              </a:rPr>
              <a:t>S3- Allocating storage buckets,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highlight>
                  <a:srgbClr val="FFFF00"/>
                </a:highlight>
                <a:latin typeface="Nunito Sans" pitchFamily="2" charset="0"/>
              </a:rPr>
              <a:t>Creating groups, objects and bucket policies</a:t>
            </a:r>
          </a:p>
        </p:txBody>
      </p:sp>
    </p:spTree>
    <p:extLst>
      <p:ext uri="{BB962C8B-B14F-4D97-AF65-F5344CB8AC3E}">
        <p14:creationId xmlns:p14="http://schemas.microsoft.com/office/powerpoint/2010/main" val="3944788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B9478-9F59-374C-2D46-71C98374D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D3498F-1310-4E2F-C1C0-7E013234F742}"/>
              </a:ext>
            </a:extLst>
          </p:cNvPr>
          <p:cNvSpPr txBox="1"/>
          <p:nvPr/>
        </p:nvSpPr>
        <p:spPr>
          <a:xfrm>
            <a:off x="1901868" y="1194662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415674"/>
                </a:solidFill>
                <a:effectLst/>
                <a:latin typeface="Nunito Sans" pitchFamily="2" charset="0"/>
              </a:rPr>
              <a:t>9. Microsoft Windows Azure</a:t>
            </a:r>
            <a:endParaRPr lang="en-US" b="0" i="0" dirty="0">
              <a:solidFill>
                <a:srgbClr val="415674"/>
              </a:solidFill>
              <a:effectLst/>
              <a:latin typeface="Nunito Sans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Microsoft Windows Azure architecture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Services offered by Microsoft Azure</a:t>
            </a:r>
          </a:p>
          <a:p>
            <a:pPr lvl="1"/>
            <a:endParaRPr lang="en-US" b="1" i="0" dirty="0">
              <a:solidFill>
                <a:srgbClr val="415674"/>
              </a:solidFill>
              <a:effectLst/>
              <a:latin typeface="Nunito Sans" pitchFamily="2" charset="0"/>
            </a:endParaRPr>
          </a:p>
          <a:p>
            <a:pPr lvl="1"/>
            <a:r>
              <a:rPr lang="en-US" b="1" i="0" dirty="0">
                <a:solidFill>
                  <a:srgbClr val="415674"/>
                </a:solidFill>
                <a:effectLst/>
                <a:highlight>
                  <a:srgbClr val="FFFF00"/>
                </a:highlight>
                <a:latin typeface="Nunito Sans" pitchFamily="2" charset="0"/>
              </a:rPr>
              <a:t>Hands-on on Azure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highlight>
                  <a:srgbClr val="FFFF00"/>
                </a:highlight>
                <a:latin typeface="Nunito Sans" pitchFamily="2" charset="0"/>
              </a:rPr>
              <a:t>Creating and deploying an application on Azure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highlight>
                  <a:srgbClr val="FFFF00"/>
                </a:highlight>
                <a:latin typeface="Nunito Sans" pitchFamily="2" charset="0"/>
              </a:rPr>
              <a:t>Migrating an existing application to Azure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highlight>
                  <a:srgbClr val="FFFF00"/>
                </a:highlight>
                <a:latin typeface="Nunito Sans" pitchFamily="2" charset="0"/>
              </a:rPr>
              <a:t>Migrating the application's data to SQL Azure</a:t>
            </a:r>
          </a:p>
          <a:p>
            <a:pPr algn="l"/>
            <a:endParaRPr lang="en-US" b="0" i="0" dirty="0">
              <a:solidFill>
                <a:srgbClr val="415674"/>
              </a:solidFill>
              <a:effectLst/>
              <a:latin typeface="Nunito Sans" pitchFamily="2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 </a:t>
            </a:r>
            <a:r>
              <a:rPr lang="en-US" b="1" i="0" dirty="0">
                <a:solidFill>
                  <a:srgbClr val="415674"/>
                </a:solidFill>
                <a:effectLst/>
                <a:latin typeface="Nunito Sans" pitchFamily="2" charset="0"/>
              </a:rPr>
              <a:t>10.Introduction to Force.com from Sales force</a:t>
            </a:r>
            <a:endParaRPr lang="en-US" b="0" i="0" dirty="0">
              <a:solidFill>
                <a:srgbClr val="415674"/>
              </a:solidFill>
              <a:effectLst/>
              <a:latin typeface="Nunito Sans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Infrastructure as a service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Database as a service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Integration as a service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Logic as a service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UI as a service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Development as a service</a:t>
            </a:r>
          </a:p>
        </p:txBody>
      </p:sp>
    </p:spTree>
    <p:extLst>
      <p:ext uri="{BB962C8B-B14F-4D97-AF65-F5344CB8AC3E}">
        <p14:creationId xmlns:p14="http://schemas.microsoft.com/office/powerpoint/2010/main" val="2054770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9BBB8-3859-2C60-8D08-5F122B856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8F2038-595C-3D02-D9B8-0ABBB500EFE2}"/>
              </a:ext>
            </a:extLst>
          </p:cNvPr>
          <p:cNvSpPr txBox="1"/>
          <p:nvPr/>
        </p:nvSpPr>
        <p:spPr>
          <a:xfrm>
            <a:off x="1861010" y="615068"/>
            <a:ext cx="609600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 dirty="0">
                <a:solidFill>
                  <a:srgbClr val="415674"/>
                </a:solidFill>
                <a:effectLst/>
                <a:latin typeface="Nunito Sans" pitchFamily="2" charset="0"/>
              </a:rPr>
              <a:t>Administering the Cloud</a:t>
            </a:r>
          </a:p>
          <a:p>
            <a:pPr algn="l">
              <a:buNone/>
            </a:pPr>
            <a:endParaRPr lang="en-US" b="0" i="0" dirty="0">
              <a:solidFill>
                <a:srgbClr val="415674"/>
              </a:solidFill>
              <a:effectLst/>
              <a:latin typeface="Nunito Sans" pitchFamily="2" charset="0"/>
            </a:endParaRPr>
          </a:p>
          <a:p>
            <a:pPr algn="l">
              <a:buNone/>
            </a:pPr>
            <a:r>
              <a:rPr lang="en-US" sz="2000" b="1" i="0" dirty="0">
                <a:solidFill>
                  <a:srgbClr val="415674"/>
                </a:solidFill>
                <a:effectLst/>
                <a:latin typeface="Nunito Sans" pitchFamily="2" charset="0"/>
              </a:rPr>
              <a:t>Server Provisioning</a:t>
            </a:r>
            <a:endParaRPr lang="en-US" sz="2000" b="0" i="0" dirty="0">
              <a:solidFill>
                <a:srgbClr val="415674"/>
              </a:solidFill>
              <a:effectLst/>
              <a:latin typeface="Nunito Sans" pitchFamily="2" charset="0"/>
            </a:endParaRPr>
          </a:p>
          <a:p>
            <a:pPr algn="l"/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1. C</a:t>
            </a:r>
            <a:r>
              <a:rPr lang="en-US" b="1" i="0" dirty="0">
                <a:solidFill>
                  <a:srgbClr val="415674"/>
                </a:solidFill>
                <a:effectLst/>
                <a:latin typeface="Nunito Sans" pitchFamily="2" charset="0"/>
              </a:rPr>
              <a:t>apacity planning</a:t>
            </a:r>
            <a:endParaRPr lang="en-US" b="0" i="0" dirty="0">
              <a:solidFill>
                <a:srgbClr val="415674"/>
              </a:solidFill>
              <a:effectLst/>
              <a:latin typeface="Nunito Sans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How to provision servers in cloud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What type of server do I need?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Best practices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b="1" i="0" dirty="0">
              <a:solidFill>
                <a:srgbClr val="415674"/>
              </a:solidFill>
              <a:effectLst/>
              <a:latin typeface="Nunito Sans" pitchFamily="2" charset="0"/>
            </a:endParaRPr>
          </a:p>
          <a:p>
            <a:pPr algn="l">
              <a:buNone/>
            </a:pPr>
            <a:r>
              <a:rPr lang="en-US" b="1" i="0" dirty="0">
                <a:solidFill>
                  <a:srgbClr val="415674"/>
                </a:solidFill>
                <a:effectLst/>
                <a:latin typeface="Nunito Sans" pitchFamily="2" charset="0"/>
              </a:rPr>
              <a:t>2.Providing Security</a:t>
            </a:r>
            <a:endParaRPr lang="en-US" b="0" i="0" dirty="0">
              <a:solidFill>
                <a:srgbClr val="415674"/>
              </a:solidFill>
              <a:effectLst/>
              <a:latin typeface="Nunito Sans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VPC (Virtual Private Cloud)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How to ensure security within cloud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Firewall and security groups</a:t>
            </a:r>
          </a:p>
          <a:p>
            <a:pPr algn="l">
              <a:buNone/>
            </a:pPr>
            <a:endParaRPr lang="en-US" b="1" i="0" dirty="0">
              <a:solidFill>
                <a:srgbClr val="415674"/>
              </a:solidFill>
              <a:effectLst/>
              <a:latin typeface="Nunito Sans" pitchFamily="2" charset="0"/>
            </a:endParaRPr>
          </a:p>
          <a:p>
            <a:pPr algn="l">
              <a:buNone/>
            </a:pPr>
            <a:r>
              <a:rPr lang="en-US" b="1" i="0" dirty="0">
                <a:solidFill>
                  <a:srgbClr val="415674"/>
                </a:solidFill>
                <a:effectLst/>
                <a:latin typeface="Nunito Sans" pitchFamily="2" charset="0"/>
              </a:rPr>
              <a:t>3. Backup/Recovery of data</a:t>
            </a:r>
            <a:endParaRPr lang="en-US" b="0" i="0" dirty="0">
              <a:solidFill>
                <a:srgbClr val="415674"/>
              </a:solidFill>
              <a:effectLst/>
              <a:latin typeface="Nunito Sans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Backups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Backup strategy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Where to save backup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Restore operations</a:t>
            </a:r>
          </a:p>
        </p:txBody>
      </p:sp>
    </p:spTree>
    <p:extLst>
      <p:ext uri="{BB962C8B-B14F-4D97-AF65-F5344CB8AC3E}">
        <p14:creationId xmlns:p14="http://schemas.microsoft.com/office/powerpoint/2010/main" val="2726787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9839F-C333-F058-BA2E-AF0A22AFA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B7AC22-4B9B-C345-E503-096A4A5BCB81}"/>
              </a:ext>
            </a:extLst>
          </p:cNvPr>
          <p:cNvSpPr txBox="1"/>
          <p:nvPr/>
        </p:nvSpPr>
        <p:spPr>
          <a:xfrm>
            <a:off x="1741863" y="1296382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415674"/>
                </a:solidFill>
                <a:effectLst/>
                <a:latin typeface="Nunito Sans" pitchFamily="2" charset="0"/>
              </a:rPr>
              <a:t>4. High Availability - HA</a:t>
            </a:r>
            <a:endParaRPr lang="en-US" b="0" i="0" dirty="0">
              <a:solidFill>
                <a:srgbClr val="415674"/>
              </a:solidFill>
              <a:effectLst/>
              <a:latin typeface="Nunito Sans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How to ensure availability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Provisioning across zones (Physical data-centers for availability)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Elastic IPs for high availability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415674"/>
              </a:solidFill>
              <a:effectLst/>
              <a:latin typeface="Nunito Sans" pitchFamily="2" charset="0"/>
            </a:endParaRPr>
          </a:p>
          <a:p>
            <a:pPr algn="l">
              <a:buNone/>
            </a:pPr>
            <a:r>
              <a:rPr lang="en-US" b="1" i="0" dirty="0">
                <a:solidFill>
                  <a:srgbClr val="415674"/>
                </a:solidFill>
                <a:effectLst/>
                <a:latin typeface="Nunito Sans" pitchFamily="2" charset="0"/>
              </a:rPr>
              <a:t>5. Server monitoring and Performance monitoring</a:t>
            </a:r>
            <a:endParaRPr lang="en-US" b="0" i="0" dirty="0">
              <a:solidFill>
                <a:srgbClr val="415674"/>
              </a:solidFill>
              <a:effectLst/>
              <a:latin typeface="Nunito Sans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Monitoring needed in the cloud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Monitoring tools availability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Performance monitoring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15674"/>
                </a:solidFill>
                <a:effectLst/>
                <a:latin typeface="Nunito Sans" pitchFamily="2" charset="0"/>
              </a:rPr>
              <a:t>Tweaks to improve performance and availability</a:t>
            </a:r>
          </a:p>
        </p:txBody>
      </p:sp>
    </p:spTree>
    <p:extLst>
      <p:ext uri="{BB962C8B-B14F-4D97-AF65-F5344CB8AC3E}">
        <p14:creationId xmlns:p14="http://schemas.microsoft.com/office/powerpoint/2010/main" val="258576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404</Words>
  <Application>Microsoft Office PowerPoint</Application>
  <PresentationFormat>Widescreen</PresentationFormat>
  <Paragraphs>99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Nunito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Arif Azad</dc:creator>
  <cp:lastModifiedBy>Muhammad Arif Azad</cp:lastModifiedBy>
  <cp:revision>1</cp:revision>
  <dcterms:created xsi:type="dcterms:W3CDTF">2025-12-29T17:14:18Z</dcterms:created>
  <dcterms:modified xsi:type="dcterms:W3CDTF">2025-12-29T17:31:15Z</dcterms:modified>
</cp:coreProperties>
</file>